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9" r:id="rId4"/>
    <p:sldId id="262" r:id="rId5"/>
    <p:sldId id="257" r:id="rId6"/>
    <p:sldId id="263" r:id="rId7"/>
    <p:sldId id="258" r:id="rId8"/>
    <p:sldId id="264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4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29A40-4358-458C-A00F-D01F90F2F4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32A399-EB18-4BA6-8A66-6EFCB01D75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D6C48-9C07-4950-AA12-2A3DCA537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94A6F-6913-4641-A2C2-00E236F4867C}" type="datetimeFigureOut">
              <a:rPr lang="en-IN" smtClean="0"/>
              <a:t>05-05-2023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042746-C9CD-4EE2-A4D8-13789AD79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09C207-02B1-4367-AADD-7E6751D6E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CD5B6-DBAD-4B6F-A9BD-CDFFB51495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8383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30248-7F22-433F-8726-A825FE5BC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BEA80-5552-4EAB-9D84-2F9653381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22CA1-78B2-4C43-B96E-79100E602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94A6F-6913-4641-A2C2-00E236F4867C}" type="datetimeFigureOut">
              <a:rPr lang="en-IN" smtClean="0"/>
              <a:t>05-05-2023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A2FBAE-04C3-46B2-AF0C-6C19BF92C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3DEB1-1A95-4362-B86C-7C426810C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CD5B6-DBAD-4B6F-A9BD-CDFFB51495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0689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ABF45-292F-4620-8076-2DA4250C4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BC473B-6E34-453D-A5E9-BD768E3D3E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F6A774-488A-4AA0-94FC-E6CF1C456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94A6F-6913-4641-A2C2-00E236F4867C}" type="datetimeFigureOut">
              <a:rPr lang="en-IN" smtClean="0"/>
              <a:t>05-05-2023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84756-9B66-4DB0-860C-202461D1E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39E63-6C76-420B-AE7F-B4A08F332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CD5B6-DBAD-4B6F-A9BD-CDFFB51495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1203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587F5-5186-48AA-B0A1-A8FCCF0C4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A0A4D-750D-4053-A91E-7E0BF81C1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0F1CEF-06F1-49BF-998A-D1C6D0FA5F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E71148-01C4-4324-83C2-FF2F5F479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94A6F-6913-4641-A2C2-00E236F4867C}" type="datetimeFigureOut">
              <a:rPr lang="en-IN" smtClean="0"/>
              <a:t>05-05-2023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346519-4926-44EB-8F17-4D29693A5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4F5DAE-6F61-458E-A59E-77208BAB6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CD5B6-DBAD-4B6F-A9BD-CDFFB51495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4571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0C72F-ADCE-4D50-9146-9C3B2BD4F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E7CF6F-D04B-4855-B8A1-6DEFACB30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CD66C3-80EE-4A7D-B85A-1220169DB4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A04647-D8A6-4A27-9527-FF080DA3DD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0C0EF8-56A0-4C5D-B442-35B7F1DBA7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282B0C-9927-405F-B4F2-936894B0F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94A6F-6913-4641-A2C2-00E236F4867C}" type="datetimeFigureOut">
              <a:rPr lang="en-IN" smtClean="0"/>
              <a:t>05-05-2023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266AF7-CA8E-4661-9253-AF52EA9CE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A1E035-C7D8-4D57-BFAA-897D806FF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CD5B6-DBAD-4B6F-A9BD-CDFFB51495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09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127B0-00E1-40D5-9702-4EEB949D7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70BEB1-BD96-40C2-AB00-D3A649C87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94A6F-6913-4641-A2C2-00E236F4867C}" type="datetimeFigureOut">
              <a:rPr lang="en-IN" smtClean="0"/>
              <a:t>05-05-2023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7EAC32-4C26-4C53-9BC7-BC67557AA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D09394-037F-42CC-92BF-18665729D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CD5B6-DBAD-4B6F-A9BD-CDFFB51495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7861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53B075-A40A-4170-B7AF-F1194D421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94A6F-6913-4641-A2C2-00E236F4867C}" type="datetimeFigureOut">
              <a:rPr lang="en-IN" smtClean="0"/>
              <a:t>05-05-2023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6CA397-5855-4E5E-9D6E-6C8B9386D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033B00-4751-4ABE-B2A6-DE635BEB2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CD5B6-DBAD-4B6F-A9BD-CDFFB51495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701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DFC51-5D2D-4702-ABD1-123F5B781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5BFC9-1EAD-4110-B985-5EA2BA2E3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A014F-9341-4BCA-BBD5-3154D9FEC4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DB4095-8EF7-4CA4-BD56-95BBC583A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94A6F-6913-4641-A2C2-00E236F4867C}" type="datetimeFigureOut">
              <a:rPr lang="en-IN" smtClean="0"/>
              <a:t>05-05-2023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41695-CD94-4F69-BFE6-830547B8D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90AB1B-0FDF-4396-B8AD-1B63DA01C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CD5B6-DBAD-4B6F-A9BD-CDFFB51495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6105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5D281-44F3-489D-8F7A-AF070F882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C7CE48-C358-4A3F-AB8E-5FF6F5CF93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8A8FE5-B26D-441B-A1FF-C08E9A06A3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CF2DD3-83F0-49DC-9122-457C6C78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94A6F-6913-4641-A2C2-00E236F4867C}" type="datetimeFigureOut">
              <a:rPr lang="en-IN" smtClean="0"/>
              <a:t>05-05-2023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1A988B-2055-480C-8C4E-C84889B0E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1B3D4E-3538-4976-A20D-A7486B766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CD5B6-DBAD-4B6F-A9BD-CDFFB51495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6285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64341-435D-4026-8025-1DB57495B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5B0EA4-DC7E-4799-B2A4-D2D661CBB1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9566D-AD11-49E4-B78F-FDE3E3608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94A6F-6913-4641-A2C2-00E236F4867C}" type="datetimeFigureOut">
              <a:rPr lang="en-IN" smtClean="0"/>
              <a:t>05-05-2023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56A114-1D67-47D2-B03C-FB23D3CF4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CC0853-EDD5-46B8-A293-8DD52F8BC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CD5B6-DBAD-4B6F-A9BD-CDFFB51495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257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392168-C075-495C-A3EA-556D87E672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81B96D-6120-4F1B-866B-B0939E59D5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7C0A3-7DBE-4090-8FCF-38D45C351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94A6F-6913-4641-A2C2-00E236F4867C}" type="datetimeFigureOut">
              <a:rPr lang="en-IN" smtClean="0"/>
              <a:t>05-05-2023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CE94C-03CD-43D8-8F09-DDF9924A6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BAB52-BCD5-442E-9FBE-91C3ADF5B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CD5B6-DBAD-4B6F-A9BD-CDFFB51495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7377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59A33F-5729-4372-B063-265702D2B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DCB764-BFC9-41F1-A573-2031FDE9B7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E5224-0590-4AB1-A1EB-081A1597DF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794A6F-6913-4641-A2C2-00E236F4867C}" type="datetimeFigureOut">
              <a:rPr lang="en-IN" smtClean="0"/>
              <a:t>05-05-2023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F66E1-C091-403F-AF7E-8F67ECFF3A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A959CF-0BED-4C36-8755-A1C7D6E4FD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4CD5B6-DBAD-4B6F-A9BD-CDFFB51495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5486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&#10;&#10;Description automatically generated">
            <a:extLst>
              <a:ext uri="{FF2B5EF4-FFF2-40B4-BE49-F238E27FC236}">
                <a16:creationId xmlns:a16="http://schemas.microsoft.com/office/drawing/2014/main" id="{4ACB2F06-2BA1-4C14-BD72-8B81881C95B9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075" y="862594"/>
            <a:ext cx="7920000" cy="4320000"/>
          </a:xfrm>
          <a:prstGeom prst="rect">
            <a:avLst/>
          </a:prstGeom>
          <a:ln w="38100">
            <a:solidFill>
              <a:schemeClr val="tx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perspectiveContrastingRightFacing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3678134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&#10;&#10;Description automatically generated">
            <a:extLst>
              <a:ext uri="{FF2B5EF4-FFF2-40B4-BE49-F238E27FC236}">
                <a16:creationId xmlns:a16="http://schemas.microsoft.com/office/drawing/2014/main" id="{4ACB2F06-2BA1-4C14-BD72-8B81881C95B9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075" y="862594"/>
            <a:ext cx="7920000" cy="432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A1493FC-3704-00BC-A03E-64A75528505C}"/>
              </a:ext>
            </a:extLst>
          </p:cNvPr>
          <p:cNvSpPr txBox="1"/>
          <p:nvPr/>
        </p:nvSpPr>
        <p:spPr>
          <a:xfrm>
            <a:off x="4901938" y="5458120"/>
            <a:ext cx="1424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IDEA-INSPIRE</a:t>
            </a:r>
          </a:p>
        </p:txBody>
      </p:sp>
    </p:spTree>
    <p:extLst>
      <p:ext uri="{BB962C8B-B14F-4D97-AF65-F5344CB8AC3E}">
        <p14:creationId xmlns:p14="http://schemas.microsoft.com/office/powerpoint/2010/main" val="3647908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CB2F06-2BA1-4C14-BD72-8B81881C95B9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6366" y="694498"/>
            <a:ext cx="7920000" cy="4320000"/>
          </a:xfrm>
          <a:prstGeom prst="rect">
            <a:avLst/>
          </a:prstGeom>
          <a:ln w="38100">
            <a:solidFill>
              <a:schemeClr val="tx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perspectiveContrastingRightFacing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416259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CB2F06-2BA1-4C14-BD72-8B81881C95B9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6366" y="694498"/>
            <a:ext cx="7920000" cy="432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779182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CB2F06-2BA1-4C14-BD72-8B81881C95B9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4477" y="446937"/>
            <a:ext cx="7920000" cy="4320000"/>
          </a:xfrm>
          <a:prstGeom prst="rect">
            <a:avLst/>
          </a:prstGeom>
          <a:ln w="38100">
            <a:solidFill>
              <a:schemeClr val="tx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perspectiveContrastingRightFacing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2836861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CB2F06-2BA1-4C14-BD72-8B81881C95B9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4477" y="446937"/>
            <a:ext cx="7920000" cy="432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AE8BE37-F32A-3BB7-62D0-80ADCD0055E1}"/>
              </a:ext>
            </a:extLst>
          </p:cNvPr>
          <p:cNvSpPr txBox="1"/>
          <p:nvPr/>
        </p:nvSpPr>
        <p:spPr>
          <a:xfrm>
            <a:off x="3839067" y="5320587"/>
            <a:ext cx="13173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 err="1">
                <a:effectLst/>
                <a:latin typeface="Arial" panose="020B0604020202020204" pitchFamily="34" charset="0"/>
              </a:rPr>
              <a:t>FuncSION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4936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CB2F06-2BA1-4C14-BD72-8B81881C95B9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9406" y="486053"/>
            <a:ext cx="7920000" cy="4320000"/>
          </a:xfrm>
          <a:prstGeom prst="rect">
            <a:avLst/>
          </a:prstGeom>
          <a:ln w="38100">
            <a:solidFill>
              <a:schemeClr val="tx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perspectiveContrastingRightFacing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1978544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CB2F06-2BA1-4C14-BD72-8B81881C95B9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9406" y="486053"/>
            <a:ext cx="7920000" cy="432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3CB9BB0-5520-D554-1BE6-B61019BDBDE7}"/>
              </a:ext>
            </a:extLst>
          </p:cNvPr>
          <p:cNvSpPr txBox="1"/>
          <p:nvPr/>
        </p:nvSpPr>
        <p:spPr>
          <a:xfrm>
            <a:off x="3839067" y="5320587"/>
            <a:ext cx="13173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 err="1">
                <a:effectLst/>
                <a:latin typeface="Arial" panose="020B0604020202020204" pitchFamily="34" charset="0"/>
              </a:rPr>
              <a:t>InDeaTe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7593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&#10;&#10;Description automatically generated">
            <a:extLst>
              <a:ext uri="{FF2B5EF4-FFF2-40B4-BE49-F238E27FC236}">
                <a16:creationId xmlns:a16="http://schemas.microsoft.com/office/drawing/2014/main" id="{9EF1965B-2309-0195-821B-FD6C734DB0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37" y="1136351"/>
            <a:ext cx="5991863" cy="4951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9249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3</Words>
  <Application>Microsoft Office PowerPoint</Application>
  <PresentationFormat>Widescreen</PresentationFormat>
  <Paragraphs>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Anubhab Majumder</dc:creator>
  <cp:lastModifiedBy>Anubhab Majumder</cp:lastModifiedBy>
  <cp:revision>5</cp:revision>
  <dcterms:created xsi:type="dcterms:W3CDTF">2022-03-13T07:04:12Z</dcterms:created>
  <dcterms:modified xsi:type="dcterms:W3CDTF">2023-05-05T12:10:18Z</dcterms:modified>
</cp:coreProperties>
</file>